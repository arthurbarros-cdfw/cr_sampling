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1" r:id="rId2"/>
    <p:sldId id="271" r:id="rId3"/>
    <p:sldId id="282" r:id="rId4"/>
    <p:sldId id="283" r:id="rId5"/>
    <p:sldId id="285" r:id="rId6"/>
    <p:sldId id="286" r:id="rId7"/>
    <p:sldId id="287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82706-1AAB-489E-AB24-7741F561D1E0}" v="620" dt="2026-07-31T17:54:48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06" autoAdjust="0"/>
    <p:restoredTop sz="82723" autoAdjust="0"/>
  </p:normalViewPr>
  <p:slideViewPr>
    <p:cSldViewPr snapToGrid="0">
      <p:cViewPr varScale="1">
        <p:scale>
          <a:sx n="57" d="100"/>
          <a:sy n="57" d="100"/>
        </p:scale>
        <p:origin x="10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os, Arthur@Wildlife" userId="13f56b0b-3529-4413-b3c2-bd9e153a9954" providerId="ADAL" clId="{83F66843-D3E2-4209-914A-087BF0EB956C}"/>
    <pc:docChg chg="undo redo custSel mod addSld delSld modSld sldOrd">
      <pc:chgData name="Barros, Arthur@Wildlife" userId="13f56b0b-3529-4413-b3c2-bd9e153a9954" providerId="ADAL" clId="{83F66843-D3E2-4209-914A-087BF0EB956C}" dt="2026-07-31T18:00:26.997" v="28159"/>
      <pc:docMkLst>
        <pc:docMk/>
      </pc:docMkLst>
      <pc:sldChg chg="del">
        <pc:chgData name="Barros, Arthur@Wildlife" userId="13f56b0b-3529-4413-b3c2-bd9e153a9954" providerId="ADAL" clId="{83F66843-D3E2-4209-914A-087BF0EB956C}" dt="2026-07-31T14:53:29.406" v="27119" actId="47"/>
        <pc:sldMkLst>
          <pc:docMk/>
          <pc:sldMk cId="2638691956" sldId="270"/>
        </pc:sldMkLst>
      </pc:sldChg>
      <pc:sldChg chg="modSp add mod">
        <pc:chgData name="Barros, Arthur@Wildlife" userId="13f56b0b-3529-4413-b3c2-bd9e153a9954" providerId="ADAL" clId="{83F66843-D3E2-4209-914A-087BF0EB956C}" dt="2026-07-31T15:02:27.391" v="27128" actId="13926"/>
        <pc:sldMkLst>
          <pc:docMk/>
          <pc:sldMk cId="1739912655" sldId="271"/>
        </pc:sldMkLst>
        <pc:spChg chg="mod">
          <ac:chgData name="Barros, Arthur@Wildlife" userId="13f56b0b-3529-4413-b3c2-bd9e153a9954" providerId="ADAL" clId="{83F66843-D3E2-4209-914A-087BF0EB956C}" dt="2026-07-31T15:02:27.391" v="27128" actId="13926"/>
          <ac:spMkLst>
            <pc:docMk/>
            <pc:sldMk cId="1739912655" sldId="271"/>
            <ac:spMk id="2" creationId="{F3C5ED5F-1D72-2DB6-B1FF-E5493AD2A93D}"/>
          </ac:spMkLst>
        </pc:spChg>
      </pc:sldChg>
      <pc:sldChg chg="addSp delSp modSp mod">
        <pc:chgData name="Barros, Arthur@Wildlife" userId="13f56b0b-3529-4413-b3c2-bd9e153a9954" providerId="ADAL" clId="{83F66843-D3E2-4209-914A-087BF0EB956C}" dt="2026-07-31T14:57:51.149" v="27126" actId="22"/>
        <pc:sldMkLst>
          <pc:docMk/>
          <pc:sldMk cId="1615530763" sldId="281"/>
        </pc:sldMkLst>
        <pc:spChg chg="del mod">
          <ac:chgData name="Barros, Arthur@Wildlife" userId="13f56b0b-3529-4413-b3c2-bd9e153a9954" providerId="ADAL" clId="{83F66843-D3E2-4209-914A-087BF0EB956C}" dt="2026-07-31T14:53:37.556" v="27122" actId="478"/>
          <ac:spMkLst>
            <pc:docMk/>
            <pc:sldMk cId="1615530763" sldId="281"/>
            <ac:spMk id="2" creationId="{BB0CE9E0-BADF-3898-7CF2-49A36036A131}"/>
          </ac:spMkLst>
        </pc:spChg>
        <pc:spChg chg="add del mod">
          <ac:chgData name="Barros, Arthur@Wildlife" userId="13f56b0b-3529-4413-b3c2-bd9e153a9954" providerId="ADAL" clId="{83F66843-D3E2-4209-914A-087BF0EB956C}" dt="2026-07-31T14:54:46.494" v="27124" actId="478"/>
          <ac:spMkLst>
            <pc:docMk/>
            <pc:sldMk cId="1615530763" sldId="281"/>
            <ac:spMk id="4" creationId="{DCC0B2E4-5B0C-9B21-09BE-28827A75B21A}"/>
          </ac:spMkLst>
        </pc:spChg>
        <pc:spChg chg="add del mod">
          <ac:chgData name="Barros, Arthur@Wildlife" userId="13f56b0b-3529-4413-b3c2-bd9e153a9954" providerId="ADAL" clId="{83F66843-D3E2-4209-914A-087BF0EB956C}" dt="2026-07-31T14:54:49.193" v="27125" actId="478"/>
          <ac:spMkLst>
            <pc:docMk/>
            <pc:sldMk cId="1615530763" sldId="281"/>
            <ac:spMk id="6" creationId="{4772778F-D6B6-54C5-290C-9E159A530978}"/>
          </ac:spMkLst>
        </pc:spChg>
        <pc:spChg chg="del">
          <ac:chgData name="Barros, Arthur@Wildlife" userId="13f56b0b-3529-4413-b3c2-bd9e153a9954" providerId="ADAL" clId="{83F66843-D3E2-4209-914A-087BF0EB956C}" dt="2026-07-31T14:53:35.230" v="27120" actId="478"/>
          <ac:spMkLst>
            <pc:docMk/>
            <pc:sldMk cId="1615530763" sldId="281"/>
            <ac:spMk id="8" creationId="{F2B29527-A963-7DA4-2902-BB5160FE297D}"/>
          </ac:spMkLst>
        </pc:spChg>
        <pc:picChg chg="add">
          <ac:chgData name="Barros, Arthur@Wildlife" userId="13f56b0b-3529-4413-b3c2-bd9e153a9954" providerId="ADAL" clId="{83F66843-D3E2-4209-914A-087BF0EB956C}" dt="2026-07-31T14:57:51.149" v="27126" actId="22"/>
          <ac:picMkLst>
            <pc:docMk/>
            <pc:sldMk cId="1615530763" sldId="281"/>
            <ac:picMk id="10" creationId="{B3B08FEE-6F5B-C606-5C79-3459396C2AD3}"/>
          </ac:picMkLst>
        </pc:picChg>
        <pc:cxnChg chg="del">
          <ac:chgData name="Barros, Arthur@Wildlife" userId="13f56b0b-3529-4413-b3c2-bd9e153a9954" providerId="ADAL" clId="{83F66843-D3E2-4209-914A-087BF0EB956C}" dt="2026-07-31T14:53:35.230" v="27120" actId="478"/>
          <ac:cxnSpMkLst>
            <pc:docMk/>
            <pc:sldMk cId="1615530763" sldId="281"/>
            <ac:cxnSpMk id="7" creationId="{69CF4FFA-8E3B-6618-2F09-24FD2C1E5837}"/>
          </ac:cxnSpMkLst>
        </pc:cxnChg>
      </pc:sldChg>
      <pc:sldChg chg="modSp add del mod modNotesTx">
        <pc:chgData name="Barros, Arthur@Wildlife" userId="13f56b0b-3529-4413-b3c2-bd9e153a9954" providerId="ADAL" clId="{83F66843-D3E2-4209-914A-087BF0EB956C}" dt="2026-07-31T17:09:03.610" v="28147" actId="1036"/>
        <pc:sldMkLst>
          <pc:docMk/>
          <pc:sldMk cId="2108404672" sldId="282"/>
        </pc:sldMkLst>
        <pc:picChg chg="mod">
          <ac:chgData name="Barros, Arthur@Wildlife" userId="13f56b0b-3529-4413-b3c2-bd9e153a9954" providerId="ADAL" clId="{83F66843-D3E2-4209-914A-087BF0EB956C}" dt="2026-07-31T17:09:03.610" v="28147" actId="1036"/>
          <ac:picMkLst>
            <pc:docMk/>
            <pc:sldMk cId="2108404672" sldId="282"/>
            <ac:picMk id="4" creationId="{4F905B5B-D1BD-CA40-A6B9-1B64F869510B}"/>
          </ac:picMkLst>
        </pc:picChg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897170571" sldId="283"/>
        </pc:sldMkLst>
      </pc:sldChg>
      <pc:sldChg chg="addSp delSp modSp add mod setBg modNotesTx">
        <pc:chgData name="Barros, Arthur@Wildlife" userId="13f56b0b-3529-4413-b3c2-bd9e153a9954" providerId="ADAL" clId="{83F66843-D3E2-4209-914A-087BF0EB956C}" dt="2026-07-31T17:09:28.511" v="28152" actId="20577"/>
        <pc:sldMkLst>
          <pc:docMk/>
          <pc:sldMk cId="2164446617" sldId="283"/>
        </pc:sldMkLst>
        <pc:spChg chg="add del mod">
          <ac:chgData name="Barros, Arthur@Wildlife" userId="13f56b0b-3529-4413-b3c2-bd9e153a9954" providerId="ADAL" clId="{83F66843-D3E2-4209-914A-087BF0EB956C}" dt="2026-07-31T15:09:39.350" v="27135" actId="478"/>
          <ac:spMkLst>
            <pc:docMk/>
            <pc:sldMk cId="2164446617" sldId="283"/>
            <ac:spMk id="3" creationId="{AB56C67D-81DE-0269-D0DF-175020F6E41D}"/>
          </ac:spMkLst>
        </pc:spChg>
        <pc:spChg chg="add mod">
          <ac:chgData name="Barros, Arthur@Wildlife" userId="13f56b0b-3529-4413-b3c2-bd9e153a9954" providerId="ADAL" clId="{83F66843-D3E2-4209-914A-087BF0EB956C}" dt="2026-07-31T15:10:45.058" v="27157" actId="20577"/>
          <ac:spMkLst>
            <pc:docMk/>
            <pc:sldMk cId="2164446617" sldId="283"/>
            <ac:spMk id="9" creationId="{E3BB1ABD-8FD9-D3F9-EE6E-2504236B19A7}"/>
          </ac:spMkLst>
        </pc:spChg>
        <pc:spChg chg="add mod">
          <ac:chgData name="Barros, Arthur@Wildlife" userId="13f56b0b-3529-4413-b3c2-bd9e153a9954" providerId="ADAL" clId="{83F66843-D3E2-4209-914A-087BF0EB956C}" dt="2026-07-31T17:09:28.511" v="28152" actId="20577"/>
          <ac:spMkLst>
            <pc:docMk/>
            <pc:sldMk cId="2164446617" sldId="283"/>
            <ac:spMk id="11" creationId="{DC405ADA-E841-0B28-A079-DF4C236DE8CB}"/>
          </ac:spMkLst>
        </pc:spChg>
        <pc:picChg chg="del">
          <ac:chgData name="Barros, Arthur@Wildlife" userId="13f56b0b-3529-4413-b3c2-bd9e153a9954" providerId="ADAL" clId="{83F66843-D3E2-4209-914A-087BF0EB956C}" dt="2026-07-31T15:09:37.299" v="27134" actId="478"/>
          <ac:picMkLst>
            <pc:docMk/>
            <pc:sldMk cId="2164446617" sldId="283"/>
            <ac:picMk id="4" creationId="{8E1D5C6E-8E49-B184-1699-AF878B96E0BE}"/>
          </ac:picMkLst>
        </pc:picChg>
        <pc:picChg chg="add del mod">
          <ac:chgData name="Barros, Arthur@Wildlife" userId="13f56b0b-3529-4413-b3c2-bd9e153a9954" providerId="ADAL" clId="{83F66843-D3E2-4209-914A-087BF0EB956C}" dt="2026-07-31T15:10:35.376" v="27142" actId="478"/>
          <ac:picMkLst>
            <pc:docMk/>
            <pc:sldMk cId="2164446617" sldId="283"/>
            <ac:picMk id="6" creationId="{C5EAB5E5-BE9C-3247-1B5C-F066E7B0E88D}"/>
          </ac:picMkLst>
        </pc:picChg>
        <pc:picChg chg="add del mod">
          <ac:chgData name="Barros, Arthur@Wildlife" userId="13f56b0b-3529-4413-b3c2-bd9e153a9954" providerId="ADAL" clId="{83F66843-D3E2-4209-914A-087BF0EB956C}" dt="2026-07-31T15:10:35.376" v="27142" actId="478"/>
          <ac:picMkLst>
            <pc:docMk/>
            <pc:sldMk cId="2164446617" sldId="283"/>
            <ac:picMk id="8" creationId="{7BDAF8D2-7250-A5D2-B1DE-3B7993BA539B}"/>
          </ac:picMkLst>
        </pc:picChg>
        <pc:cxnChg chg="add mod">
          <ac:chgData name="Barros, Arthur@Wildlife" userId="13f56b0b-3529-4413-b3c2-bd9e153a9954" providerId="ADAL" clId="{83F66843-D3E2-4209-914A-087BF0EB956C}" dt="2026-07-31T15:10:41.521" v="27143"/>
          <ac:cxnSpMkLst>
            <pc:docMk/>
            <pc:sldMk cId="2164446617" sldId="283"/>
            <ac:cxnSpMk id="10" creationId="{FB4FF92B-1211-A107-AE69-D58E5E7DC1E1}"/>
          </ac:cxnSpMkLst>
        </pc:cxnChg>
      </pc:sldChg>
      <pc:sldChg chg="addSp modSp add del mod setBg">
        <pc:chgData name="Barros, Arthur@Wildlife" userId="13f56b0b-3529-4413-b3c2-bd9e153a9954" providerId="ADAL" clId="{83F66843-D3E2-4209-914A-087BF0EB956C}" dt="2026-07-31T16:29:07.287" v="28047" actId="47"/>
        <pc:sldMkLst>
          <pc:docMk/>
          <pc:sldMk cId="2991756488" sldId="284"/>
        </pc:sldMkLst>
        <pc:spChg chg="add mod">
          <ac:chgData name="Barros, Arthur@Wildlife" userId="13f56b0b-3529-4413-b3c2-bd9e153a9954" providerId="ADAL" clId="{83F66843-D3E2-4209-914A-087BF0EB956C}" dt="2026-07-31T15:13:04.004" v="27244" actId="20577"/>
          <ac:spMkLst>
            <pc:docMk/>
            <pc:sldMk cId="2991756488" sldId="284"/>
            <ac:spMk id="2" creationId="{437D92A8-0A27-49B0-B2BA-D1AD2DBB0A64}"/>
          </ac:spMkLst>
        </pc:spChg>
        <pc:spChg chg="add mod">
          <ac:chgData name="Barros, Arthur@Wildlife" userId="13f56b0b-3529-4413-b3c2-bd9e153a9954" providerId="ADAL" clId="{83F66843-D3E2-4209-914A-087BF0EB956C}" dt="2026-07-31T15:17:09.796" v="27282" actId="14100"/>
          <ac:spMkLst>
            <pc:docMk/>
            <pc:sldMk cId="2991756488" sldId="284"/>
            <ac:spMk id="4" creationId="{60FBAD3D-6B71-64CD-BCDB-37D88168AE8B}"/>
          </ac:spMkLst>
        </pc:spChg>
        <pc:picChg chg="mod">
          <ac:chgData name="Barros, Arthur@Wildlife" userId="13f56b0b-3529-4413-b3c2-bd9e153a9954" providerId="ADAL" clId="{83F66843-D3E2-4209-914A-087BF0EB956C}" dt="2026-07-31T15:17:12.347" v="27283" actId="14100"/>
          <ac:picMkLst>
            <pc:docMk/>
            <pc:sldMk cId="2991756488" sldId="284"/>
            <ac:picMk id="6" creationId="{7EBC5FDE-C233-FD39-DC5C-F75960771019}"/>
          </ac:picMkLst>
        </pc:picChg>
        <pc:picChg chg="mod">
          <ac:chgData name="Barros, Arthur@Wildlife" userId="13f56b0b-3529-4413-b3c2-bd9e153a9954" providerId="ADAL" clId="{83F66843-D3E2-4209-914A-087BF0EB956C}" dt="2026-07-31T15:16:49.245" v="27250" actId="1076"/>
          <ac:picMkLst>
            <pc:docMk/>
            <pc:sldMk cId="2991756488" sldId="284"/>
            <ac:picMk id="8" creationId="{746607A2-E837-30CA-3410-7FC9C3288791}"/>
          </ac:picMkLst>
        </pc:picChg>
        <pc:cxnChg chg="add mod">
          <ac:chgData name="Barros, Arthur@Wildlife" userId="13f56b0b-3529-4413-b3c2-bd9e153a9954" providerId="ADAL" clId="{83F66843-D3E2-4209-914A-087BF0EB956C}" dt="2026-07-31T15:13:02.514" v="27241"/>
          <ac:cxnSpMkLst>
            <pc:docMk/>
            <pc:sldMk cId="2991756488" sldId="284"/>
            <ac:cxnSpMk id="3" creationId="{8F49632B-0603-6DF8-9D42-2FFE34DACF5C}"/>
          </ac:cxnSpMkLst>
        </pc:cxnChg>
      </pc:sldChg>
      <pc:sldChg chg="addSp delSp modSp add mod ord">
        <pc:chgData name="Barros, Arthur@Wildlife" userId="13f56b0b-3529-4413-b3c2-bd9e153a9954" providerId="ADAL" clId="{83F66843-D3E2-4209-914A-087BF0EB956C}" dt="2026-07-31T17:53:31.218" v="28153"/>
        <pc:sldMkLst>
          <pc:docMk/>
          <pc:sldMk cId="957198540" sldId="285"/>
        </pc:sldMkLst>
        <pc:spChg chg="mod">
          <ac:chgData name="Barros, Arthur@Wildlife" userId="13f56b0b-3529-4413-b3c2-bd9e153a9954" providerId="ADAL" clId="{83F66843-D3E2-4209-914A-087BF0EB956C}" dt="2026-07-31T17:53:31.218" v="28153"/>
          <ac:spMkLst>
            <pc:docMk/>
            <pc:sldMk cId="957198540" sldId="285"/>
            <ac:spMk id="4" creationId="{FB9C8642-F049-8CEE-2BE3-035979BBF30D}"/>
          </ac:spMkLst>
        </pc:spChg>
        <pc:picChg chg="del">
          <ac:chgData name="Barros, Arthur@Wildlife" userId="13f56b0b-3529-4413-b3c2-bd9e153a9954" providerId="ADAL" clId="{83F66843-D3E2-4209-914A-087BF0EB956C}" dt="2026-07-31T15:17:56.948" v="27285" actId="478"/>
          <ac:picMkLst>
            <pc:docMk/>
            <pc:sldMk cId="957198540" sldId="285"/>
            <ac:picMk id="6" creationId="{CB92057D-6F0E-FC24-95B8-A99CBE99A315}"/>
          </ac:picMkLst>
        </pc:picChg>
        <pc:picChg chg="add del mod">
          <ac:chgData name="Barros, Arthur@Wildlife" userId="13f56b0b-3529-4413-b3c2-bd9e153a9954" providerId="ADAL" clId="{83F66843-D3E2-4209-914A-087BF0EB956C}" dt="2026-07-31T15:20:05.597" v="27462" actId="478"/>
          <ac:picMkLst>
            <pc:docMk/>
            <pc:sldMk cId="957198540" sldId="285"/>
            <ac:picMk id="7" creationId="{A67B3C68-7002-A883-34B8-C6E228B121E2}"/>
          </ac:picMkLst>
        </pc:picChg>
        <pc:picChg chg="del">
          <ac:chgData name="Barros, Arthur@Wildlife" userId="13f56b0b-3529-4413-b3c2-bd9e153a9954" providerId="ADAL" clId="{83F66843-D3E2-4209-914A-087BF0EB956C}" dt="2026-07-31T15:17:57.408" v="27286" actId="478"/>
          <ac:picMkLst>
            <pc:docMk/>
            <pc:sldMk cId="957198540" sldId="285"/>
            <ac:picMk id="8" creationId="{97755B65-D5F9-58E2-484A-56475B515E82}"/>
          </ac:picMkLst>
        </pc:picChg>
        <pc:picChg chg="add mod">
          <ac:chgData name="Barros, Arthur@Wildlife" userId="13f56b0b-3529-4413-b3c2-bd9e153a9954" providerId="ADAL" clId="{83F66843-D3E2-4209-914A-087BF0EB956C}" dt="2026-07-31T16:29:12.134" v="28048" actId="1076"/>
          <ac:picMkLst>
            <pc:docMk/>
            <pc:sldMk cId="957198540" sldId="285"/>
            <ac:picMk id="10" creationId="{6F08ED96-6BBE-836B-51E2-261ADEF1C78E}"/>
          </ac:picMkLst>
        </pc:picChg>
        <pc:picChg chg="add mod">
          <ac:chgData name="Barros, Arthur@Wildlife" userId="13f56b0b-3529-4413-b3c2-bd9e153a9954" providerId="ADAL" clId="{83F66843-D3E2-4209-914A-087BF0EB956C}" dt="2026-07-31T16:29:04.227" v="28046" actId="1076"/>
          <ac:picMkLst>
            <pc:docMk/>
            <pc:sldMk cId="957198540" sldId="285"/>
            <ac:picMk id="12" creationId="{A9F37C89-A3CC-056E-6373-5A5F812B56BC}"/>
          </ac:picMkLst>
        </pc:picChg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1420847236" sldId="286"/>
        </pc:sldMkLst>
      </pc:sldChg>
      <pc:sldChg chg="addSp delSp modSp add mod">
        <pc:chgData name="Barros, Arthur@Wildlife" userId="13f56b0b-3529-4413-b3c2-bd9e153a9954" providerId="ADAL" clId="{83F66843-D3E2-4209-914A-087BF0EB956C}" dt="2026-07-31T16:30:49.130" v="28058" actId="14100"/>
        <pc:sldMkLst>
          <pc:docMk/>
          <pc:sldMk cId="2604973572" sldId="286"/>
        </pc:sldMkLst>
        <pc:spChg chg="del">
          <ac:chgData name="Barros, Arthur@Wildlife" userId="13f56b0b-3529-4413-b3c2-bd9e153a9954" providerId="ADAL" clId="{83F66843-D3E2-4209-914A-087BF0EB956C}" dt="2026-07-31T15:20:09.846" v="27464" actId="478"/>
          <ac:spMkLst>
            <pc:docMk/>
            <pc:sldMk cId="2604973572" sldId="286"/>
            <ac:spMk id="2" creationId="{E5C76D88-958A-896B-530A-89910C552CE6}"/>
          </ac:spMkLst>
        </pc:spChg>
        <pc:spChg chg="del">
          <ac:chgData name="Barros, Arthur@Wildlife" userId="13f56b0b-3529-4413-b3c2-bd9e153a9954" providerId="ADAL" clId="{83F66843-D3E2-4209-914A-087BF0EB956C}" dt="2026-07-31T15:20:08.384" v="27463" actId="478"/>
          <ac:spMkLst>
            <pc:docMk/>
            <pc:sldMk cId="2604973572" sldId="286"/>
            <ac:spMk id="4" creationId="{B017B117-5815-A934-C8EC-34530191A1EB}"/>
          </ac:spMkLst>
        </pc:spChg>
        <pc:spChg chg="add del mod">
          <ac:chgData name="Barros, Arthur@Wildlife" userId="13f56b0b-3529-4413-b3c2-bd9e153a9954" providerId="ADAL" clId="{83F66843-D3E2-4209-914A-087BF0EB956C}" dt="2026-07-31T15:20:12.608" v="27466" actId="478"/>
          <ac:spMkLst>
            <pc:docMk/>
            <pc:sldMk cId="2604973572" sldId="286"/>
            <ac:spMk id="6" creationId="{C697E0FA-9132-022E-41F2-2789B64F9BFD}"/>
          </ac:spMkLst>
        </pc:spChg>
        <pc:spChg chg="add del mod">
          <ac:chgData name="Barros, Arthur@Wildlife" userId="13f56b0b-3529-4413-b3c2-bd9e153a9954" providerId="ADAL" clId="{83F66843-D3E2-4209-914A-087BF0EB956C}" dt="2026-07-31T15:20:12.011" v="27465" actId="478"/>
          <ac:spMkLst>
            <pc:docMk/>
            <pc:sldMk cId="2604973572" sldId="286"/>
            <ac:spMk id="9" creationId="{12FE6618-4D53-FC7D-61AB-E11E459ADDA3}"/>
          </ac:spMkLst>
        </pc:spChg>
        <pc:spChg chg="add del mod">
          <ac:chgData name="Barros, Arthur@Wildlife" userId="13f56b0b-3529-4413-b3c2-bd9e153a9954" providerId="ADAL" clId="{83F66843-D3E2-4209-914A-087BF0EB956C}" dt="2026-07-31T16:20:17.602" v="27692"/>
          <ac:spMkLst>
            <pc:docMk/>
            <pc:sldMk cId="2604973572" sldId="286"/>
            <ac:spMk id="11" creationId="{55368792-FCD0-E8A6-D90E-DDE69B3378DF}"/>
          </ac:spMkLst>
        </pc:spChg>
        <pc:picChg chg="mod ord">
          <ac:chgData name="Barros, Arthur@Wildlife" userId="13f56b0b-3529-4413-b3c2-bd9e153a9954" providerId="ADAL" clId="{83F66843-D3E2-4209-914A-087BF0EB956C}" dt="2026-07-31T16:30:49.130" v="28058" actId="14100"/>
          <ac:picMkLst>
            <pc:docMk/>
            <pc:sldMk cId="2604973572" sldId="286"/>
            <ac:picMk id="7" creationId="{3E19A20D-7CC0-7E13-F0B2-67A3531C30C5}"/>
          </ac:picMkLst>
        </pc:picChg>
        <pc:picChg chg="add mod">
          <ac:chgData name="Barros, Arthur@Wildlife" userId="13f56b0b-3529-4413-b3c2-bd9e153a9954" providerId="ADAL" clId="{83F66843-D3E2-4209-914A-087BF0EB956C}" dt="2026-07-31T16:30:29.862" v="28052" actId="1076"/>
          <ac:picMkLst>
            <pc:docMk/>
            <pc:sldMk cId="2604973572" sldId="286"/>
            <ac:picMk id="13" creationId="{FA6A3009-D27A-AAF2-7869-E919BA181663}"/>
          </ac:picMkLst>
        </pc:picChg>
        <pc:cxnChg chg="del">
          <ac:chgData name="Barros, Arthur@Wildlife" userId="13f56b0b-3529-4413-b3c2-bd9e153a9954" providerId="ADAL" clId="{83F66843-D3E2-4209-914A-087BF0EB956C}" dt="2026-07-31T15:20:19.415" v="27469" actId="478"/>
          <ac:cxnSpMkLst>
            <pc:docMk/>
            <pc:sldMk cId="2604973572" sldId="286"/>
            <ac:cxnSpMk id="3" creationId="{C22C7DEB-CDE3-FFF8-5E5C-67E9A1FF8AEE}"/>
          </ac:cxnSpMkLst>
        </pc:cxnChg>
      </pc:sldChg>
      <pc:sldChg chg="addSp delSp modSp add mod">
        <pc:chgData name="Barros, Arthur@Wildlife" userId="13f56b0b-3529-4413-b3c2-bd9e153a9954" providerId="ADAL" clId="{83F66843-D3E2-4209-914A-087BF0EB956C}" dt="2026-07-31T16:31:02.334" v="28062" actId="14100"/>
        <pc:sldMkLst>
          <pc:docMk/>
          <pc:sldMk cId="2179459497" sldId="287"/>
        </pc:sldMkLst>
        <pc:spChg chg="add mod">
          <ac:chgData name="Barros, Arthur@Wildlife" userId="13f56b0b-3529-4413-b3c2-bd9e153a9954" providerId="ADAL" clId="{83F66843-D3E2-4209-914A-087BF0EB956C}" dt="2026-07-31T15:21:00.993" v="27512" actId="20577"/>
          <ac:spMkLst>
            <pc:docMk/>
            <pc:sldMk cId="2179459497" sldId="287"/>
            <ac:spMk id="5" creationId="{2945148F-53D4-808D-AEDB-9F0337DD82EC}"/>
          </ac:spMkLst>
        </pc:spChg>
        <pc:picChg chg="add del mod">
          <ac:chgData name="Barros, Arthur@Wildlife" userId="13f56b0b-3529-4413-b3c2-bd9e153a9954" providerId="ADAL" clId="{83F66843-D3E2-4209-914A-087BF0EB956C}" dt="2026-07-31T16:09:08.325" v="27516" actId="478"/>
          <ac:picMkLst>
            <pc:docMk/>
            <pc:sldMk cId="2179459497" sldId="287"/>
            <ac:picMk id="3" creationId="{7A52C7B1-9758-B6AA-5CA2-37BDA93A3F26}"/>
          </ac:picMkLst>
        </pc:picChg>
        <pc:picChg chg="del">
          <ac:chgData name="Barros, Arthur@Wildlife" userId="13f56b0b-3529-4413-b3c2-bd9e153a9954" providerId="ADAL" clId="{83F66843-D3E2-4209-914A-087BF0EB956C}" dt="2026-07-31T15:20:29.065" v="27471" actId="478"/>
          <ac:picMkLst>
            <pc:docMk/>
            <pc:sldMk cId="2179459497" sldId="287"/>
            <ac:picMk id="7" creationId="{9E5B1A2B-D7A6-5FC0-302B-55B1A9CCCABE}"/>
          </ac:picMkLst>
        </pc:picChg>
        <pc:picChg chg="add mod ord">
          <ac:chgData name="Barros, Arthur@Wildlife" userId="13f56b0b-3529-4413-b3c2-bd9e153a9954" providerId="ADAL" clId="{83F66843-D3E2-4209-914A-087BF0EB956C}" dt="2026-07-31T16:31:02.334" v="28062" actId="14100"/>
          <ac:picMkLst>
            <pc:docMk/>
            <pc:sldMk cId="2179459497" sldId="287"/>
            <ac:picMk id="8" creationId="{9B80FAED-2F6F-50DC-77F8-184B509F2EC7}"/>
          </ac:picMkLst>
        </pc:picChg>
        <pc:picChg chg="add">
          <ac:chgData name="Barros, Arthur@Wildlife" userId="13f56b0b-3529-4413-b3c2-bd9e153a9954" providerId="ADAL" clId="{83F66843-D3E2-4209-914A-087BF0EB956C}" dt="2026-07-31T16:30:57.615" v="28060" actId="22"/>
          <ac:picMkLst>
            <pc:docMk/>
            <pc:sldMk cId="2179459497" sldId="287"/>
            <ac:picMk id="10" creationId="{C922A9EE-D2C1-8770-204E-1B5995B351B6}"/>
          </ac:picMkLst>
        </pc:picChg>
      </pc:sldChg>
      <pc:sldChg chg="modSp add mod ord">
        <pc:chgData name="Barros, Arthur@Wildlife" userId="13f56b0b-3529-4413-b3c2-bd9e153a9954" providerId="ADAL" clId="{83F66843-D3E2-4209-914A-087BF0EB956C}" dt="2026-07-31T18:00:26.997" v="28159"/>
        <pc:sldMkLst>
          <pc:docMk/>
          <pc:sldMk cId="907716908" sldId="288"/>
        </pc:sldMkLst>
        <pc:spChg chg="mod">
          <ac:chgData name="Barros, Arthur@Wildlife" userId="13f56b0b-3529-4413-b3c2-bd9e153a9954" providerId="ADAL" clId="{83F66843-D3E2-4209-914A-087BF0EB956C}" dt="2026-07-31T16:21:02.432" v="27703" actId="20577"/>
          <ac:spMkLst>
            <pc:docMk/>
            <pc:sldMk cId="907716908" sldId="288"/>
            <ac:spMk id="2" creationId="{81F24D9B-2593-00D0-047D-9EEE5E133240}"/>
          </ac:spMkLst>
        </pc:spChg>
        <pc:spChg chg="mod">
          <ac:chgData name="Barros, Arthur@Wildlife" userId="13f56b0b-3529-4413-b3c2-bd9e153a9954" providerId="ADAL" clId="{83F66843-D3E2-4209-914A-087BF0EB956C}" dt="2026-07-31T17:54:38.637" v="28157" actId="20577"/>
          <ac:spMkLst>
            <pc:docMk/>
            <pc:sldMk cId="907716908" sldId="288"/>
            <ac:spMk id="4" creationId="{D19C6113-8B3D-AC0C-D182-16FFA41B9F59}"/>
          </ac:spMkLst>
        </pc:spChg>
      </pc:sldChg>
      <pc:sldChg chg="add del">
        <pc:chgData name="Barros, Arthur@Wildlife" userId="13f56b0b-3529-4413-b3c2-bd9e153a9954" providerId="ADAL" clId="{83F66843-D3E2-4209-914A-087BF0EB956C}" dt="2026-07-31T16:21:14.535" v="27760"/>
        <pc:sldMkLst>
          <pc:docMk/>
          <pc:sldMk cId="3898259342" sldId="289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698225713" sldId="311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2003766595" sldId="314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1411648017" sldId="315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123010028" sldId="316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2552316544" sldId="318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1715738636" sldId="319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2472177964" sldId="320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803630148" sldId="321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2210038522" sldId="322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2654124860" sldId="324"/>
        </pc:sldMkLst>
      </pc:sldChg>
      <pc:sldChg chg="del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1294946980" sldId="325"/>
        </pc:sldMkLst>
      </pc:sldChg>
      <pc:sldChg chg="del ord">
        <pc:chgData name="Barros, Arthur@Wildlife" userId="13f56b0b-3529-4413-b3c2-bd9e153a9954" providerId="ADAL" clId="{83F66843-D3E2-4209-914A-087BF0EB956C}" dt="2026-07-31T14:53:42.121" v="27123" actId="47"/>
        <pc:sldMkLst>
          <pc:docMk/>
          <pc:sldMk cId="2526245417" sldId="326"/>
        </pc:sldMkLst>
      </pc:sldChg>
      <pc:sldMasterChg chg="delSldLayout">
        <pc:chgData name="Barros, Arthur@Wildlife" userId="13f56b0b-3529-4413-b3c2-bd9e153a9954" providerId="ADAL" clId="{83F66843-D3E2-4209-914A-087BF0EB956C}" dt="2026-07-31T14:53:29.406" v="27119" actId="47"/>
        <pc:sldMasterMkLst>
          <pc:docMk/>
          <pc:sldMasterMk cId="3955416218" sldId="2147483648"/>
        </pc:sldMasterMkLst>
        <pc:sldLayoutChg chg="del">
          <pc:chgData name="Barros, Arthur@Wildlife" userId="13f56b0b-3529-4413-b3c2-bd9e153a9954" providerId="ADAL" clId="{83F66843-D3E2-4209-914A-087BF0EB956C}" dt="2026-07-31T14:53:29.406" v="27119" actId="47"/>
          <pc:sldLayoutMkLst>
            <pc:docMk/>
            <pc:sldMasterMk cId="3955416218" sldId="2147483648"/>
            <pc:sldLayoutMk cId="962086092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5E647-1A48-4004-85C5-C76C6BC393FB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B4CF9-28FA-4E34-9255-0C7CD920B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0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97B7-F9AD-45C8-43A5-57B3C6DC6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4E82A-498B-892E-7953-B9D6A891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F53E2-2278-EF3F-5305-69CA47104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BE14-371D-A651-159D-41572ECD4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138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38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B59A1-C8B0-73AD-742D-A6D6108C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73F01-96AB-8742-5471-4AC046B31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13C05-3491-21D2-9938-5F87C4CE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a bunch of different simulations using this method, I found that 500 scales is a good minimum that provides an unbiased estimate within a 10% margin of error that accurately includes the true values around 95% of the time.</a:t>
            </a:r>
          </a:p>
          <a:p>
            <a:r>
              <a:rPr lang="en-US" dirty="0"/>
              <a:t>Proportion estimate coverage = in what proportion of our simulations was the true value within the estimated confidence intervals?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FB671-2564-C7E9-014B-C1D0B511A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22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6442-7F0B-E07B-85AF-07D68B2A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2AF6B-13B4-4DC5-A0E7-4E9AF4CBF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D7C30-EFD7-92E0-80B5-A86C676F1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AB84F-3061-55E8-1145-66C4FE20C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80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D39D-10D9-EEC0-BC9A-8FF6CFA97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9D225-B91D-BFBE-59C1-057338864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CB20C-5C4A-3210-0F22-5482D5CD7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D8BB4-EF36-5AFB-DE41-CEAD77C4E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274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3785-9DE0-176B-770C-5590B2A9F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041E1-9A23-9207-5E77-F748D4087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E3360-3FC4-D365-CF35-814948145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3C831C-B8BF-B287-F057-C81E881C6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298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34E0-7C11-CA1E-925B-8B6B0C14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1F03A-BB0B-1CC1-23B8-56F52939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66C1D-1C24-4D47-F7D2-106AA21AE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798A-ACEF-3425-8803-7C890FAAD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63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A12F-A5EC-3C99-81D3-288618A7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E0963-362B-4895-DD4C-D90D8B2B9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8A6B1-38A1-6DEA-6FBA-9C18D31B0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632B2-7077-D1E4-3410-07BC7FAA7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60BE1-F9BF-4FF6-9ED4-6E58D1340EF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091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A3DC-4D2B-1E07-F568-9F58AC585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8639B-5EA9-7462-AAD7-D3EA471E0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7D2F2-88B6-F1F8-2375-1C5F7675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FF5AD-BA5A-A7A4-C2F9-ADEFD82F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A7A56-E394-CE53-AB6D-F44ED928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4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AAD04-4769-43A1-ADC5-0D24FA419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6C36C-B940-82A1-E64E-1CA5C91C2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2E30D-3768-1B21-9B57-9B87588B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B9115-6271-B5DB-2AD8-C116ACB64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9F010-7B23-63A7-4E26-FC272CAF2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46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BAAE-6CDB-E63D-F739-C3FE7D6A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5D5AA-6FED-4D89-464A-B3129CC76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19088-87C4-C5EA-EF36-FA138CA0B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45D67-B110-384B-2CF3-FC3C4068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5409-2CEA-E85A-2C39-4BB8AA49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0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388F-D660-3E3E-62E1-139EDF9F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F6B7A-54E3-1328-38DE-CE964FBDC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673EB-992B-6012-7D60-220B3B52D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90FFE-08D7-A997-8129-9B92B509D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E37DD-75EB-13E7-536D-5A72BBDE0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11FC6-EBA0-A1E4-DC5F-9C8FA1F7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6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6D0A-A068-A489-C49D-26FC1D41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85639-F27D-D167-67DC-78FC4DC55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79003-9531-421D-BEF6-AFECF1592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A801D-981D-A912-5296-4F87074BE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9B3F3C-7DAF-F10B-372F-986B095EE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DF1D8-078A-11E7-7D44-DCF7DE85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39D2A-34BA-7997-95C2-8CE08F1B7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E6EFC-8A26-A9B3-B583-B8250008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8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9084-107A-E12C-8450-1FF822E0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681D4-C54E-9E56-BCC7-042624002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83D991-8FDE-D21E-63A4-1A27F819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15824-5CE5-5204-8735-7D5D0C0C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0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DC82B-DD2B-2B80-AE4E-49DB449D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8E36DE-1903-3D30-94EE-23C4CC00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3888C-1047-179E-62A5-709546DB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93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5C0F-D7D5-9A36-2868-6E5F9DA6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5E167-7B3E-FDD6-90F5-C4FF4EBD9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9A288-1C03-BE96-15CE-B6F5A00FE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18ADD-8F25-EE21-11DD-F04AFEC8B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94911-94A5-1310-DC4C-896CAE41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C2BE9-377C-8DEC-8A78-5B99C5D4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0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7EB9-349C-5C47-540B-BB200EBD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65B17-4789-C223-7F1C-25152EFC6F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D7EBD-812E-3793-8EED-645AB4413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DAB83-3705-983F-7683-FF8C4384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F4EFA-B29C-97CB-D639-CFCDE972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4131F-9A28-8760-745E-DB98EB43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0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FD74-6CF0-7719-9D3F-94A42DB8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2EB90-AAB7-A86A-0703-C8EA7E4FE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45AE4-87E1-1EA6-BEA0-8838D03A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6BDF-9FCA-C0BC-404B-483B8584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7145A-48B4-BE02-675E-86FB8FBB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AC1B0-69E3-B10C-F9CE-5F1FEE98B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D082DD-1D2C-98BB-C003-929F97A8B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05374-5CE3-7522-A91C-06D65B65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F9DAE-3EFF-3190-EF94-111229F9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95FA-3C42-9766-EDB7-66D598C8A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92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59BC-34CD-F546-199B-7C111FEF7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65F90-C306-58CE-BEA8-25FB6AEBD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8" y="1631599"/>
            <a:ext cx="3643540" cy="4769198"/>
          </a:xfrm>
        </p:spPr>
        <p:txBody>
          <a:bodyPr>
            <a:normAutofit/>
          </a:bodyPr>
          <a:lstStyle>
            <a:lvl1pPr>
              <a:defRPr sz="2400">
                <a:solidFill>
                  <a:srgbClr val="1E718F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7A9B63-5A41-C3DC-F351-2409C18447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81487" y="1631599"/>
            <a:ext cx="7910513" cy="47469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E80EE-C114-B206-6249-128EB26A5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1E71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7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DC9D4-E20F-A9B8-ADF3-0E24AC93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A7647-919C-749A-F62A-BDDD0737A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2AEDA-C3E8-CA05-AD02-2CACE6CF2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94A0D-C85C-4780-B778-2D041B1589A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68292-A4C9-797D-3A8B-8FEDB556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09C62-5445-81C7-8A86-CB526C6BE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890DA-B637-4160-B51B-7CCB840AF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1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5E83-1C94-B6FB-0D47-9A4CF3B8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B08FEE-6F5B-C606-5C79-3459396C2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54" y="485364"/>
            <a:ext cx="11936491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30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07EF281-3622-4F9F-A1BC-282FBE27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Sampling Questions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F786DF-E915-05D5-C6A0-69EDA5D17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F3C5ED5F-1D72-2DB6-B1FF-E5493AD2A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7" y="1405289"/>
            <a:ext cx="11515827" cy="49955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Sample Size</a:t>
            </a:r>
            <a:r>
              <a:rPr lang="en-US" sz="3200" dirty="0"/>
              <a:t>: How many scales do we need to sample from recovered fish to accurately estimate the </a:t>
            </a:r>
            <a:r>
              <a:rPr lang="en-US" sz="3200" dirty="0">
                <a:highlight>
                  <a:srgbClr val="FFFF00"/>
                </a:highlight>
              </a:rPr>
              <a:t>proportion of age classes </a:t>
            </a:r>
            <a:r>
              <a:rPr lang="en-US" sz="3200" dirty="0"/>
              <a:t>in natural origin fish?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Sample Pooling</a:t>
            </a:r>
            <a:r>
              <a:rPr lang="en-US" sz="3200" dirty="0"/>
              <a:t>: Instead of collecting some minimum number of samples from each tributary and hatchery, what if we just pooled samples across the Sacramento River basin to produce a single cohort reconstruction (CR) value? What is lost by doing this? What are the assumptions and what happens if we violate them?</a:t>
            </a:r>
          </a:p>
        </p:txBody>
      </p:sp>
    </p:spTree>
    <p:extLst>
      <p:ext uri="{BB962C8B-B14F-4D97-AF65-F5344CB8AC3E}">
        <p14:creationId xmlns:p14="http://schemas.microsoft.com/office/powerpoint/2010/main" val="173991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6CEE5-B6B3-ACBE-5B60-3EBAA502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905B5B-D1BD-CA40-A6B9-1B64F8695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" t="6276" r="886" b="803"/>
          <a:stretch>
            <a:fillRect/>
          </a:stretch>
        </p:blipFill>
        <p:spPr>
          <a:xfrm>
            <a:off x="797710" y="222031"/>
            <a:ext cx="10596580" cy="643495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840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398731-C564-E64A-81D1-9880DBDE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7">
            <a:extLst>
              <a:ext uri="{FF2B5EF4-FFF2-40B4-BE49-F238E27FC236}">
                <a16:creationId xmlns:a16="http://schemas.microsoft.com/office/drawing/2014/main" id="{E3BB1ABD-8FD9-D3F9-EE6E-2504236B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The good news?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4FF92B-1211-A107-AE69-D58E5E7DC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8">
                <a:extLst>
                  <a:ext uri="{FF2B5EF4-FFF2-40B4-BE49-F238E27FC236}">
                    <a16:creationId xmlns:a16="http://schemas.microsoft.com/office/drawing/2014/main" id="{DC405ADA-E841-0B28-A079-DF4C236DE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The math and methods is the same,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is derived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𝑛𝑜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1" name="Content Placeholder 8">
                <a:extLst>
                  <a:ext uri="{FF2B5EF4-FFF2-40B4-BE49-F238E27FC236}">
                    <a16:creationId xmlns:a16="http://schemas.microsoft.com/office/drawing/2014/main" id="{DC405ADA-E841-0B28-A079-DF4C236DE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  <a:blipFill>
                <a:blip r:embed="rId3"/>
                <a:stretch>
                  <a:fillRect l="-1323" t="-1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444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554C-E3D0-751D-80E4-14C42217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1536122D-2823-BBA0-5A95-D2662C099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The bad news?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959253-2514-3895-76AD-AB522E46B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FB9C8642-F049-8CEE-2BE3-035979BBF3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Currently our decision on the number of scales to collect comes from accuracy metrics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.</a:t>
                </a:r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is ambivalent to the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</m:sub>
                    </m:sSub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</p:txBody>
          </p:sp>
        </mc:Choice>
        <mc:Fallback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FB9C8642-F049-8CEE-2BE3-035979BBF3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  <a:blipFill>
                <a:blip r:embed="rId3"/>
                <a:stretch>
                  <a:fillRect l="-1323" t="-2442" r="-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 descr="Pie chart outline">
            <a:extLst>
              <a:ext uri="{FF2B5EF4-FFF2-40B4-BE49-F238E27FC236}">
                <a16:creationId xmlns:a16="http://schemas.microsoft.com/office/drawing/2014/main" id="{6F08ED96-6BBE-836B-51E2-261ADEF1C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3777" y="3344917"/>
            <a:ext cx="3650357" cy="3650357"/>
          </a:xfrm>
          <a:prstGeom prst="rect">
            <a:avLst/>
          </a:prstGeom>
        </p:spPr>
      </p:pic>
      <p:pic>
        <p:nvPicPr>
          <p:cNvPr id="12" name="Graphic 11" descr="Pie chart with solid fill">
            <a:extLst>
              <a:ext uri="{FF2B5EF4-FFF2-40B4-BE49-F238E27FC236}">
                <a16:creationId xmlns:a16="http://schemas.microsoft.com/office/drawing/2014/main" id="{A9F37C89-A3CC-056E-6373-5A5F812B5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6549" y="4246604"/>
            <a:ext cx="2493473" cy="249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98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4CC9F-AC18-F1FA-7B1C-E207C3D8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368792-FCD0-E8A6-D90E-DDE69B3378DF}"/>
                  </a:ext>
                </a:extLst>
              </p:cNvPr>
              <p:cNvSpPr txBox="1"/>
              <p:nvPr/>
            </p:nvSpPr>
            <p:spPr>
              <a:xfrm>
                <a:off x="588579" y="250145"/>
                <a:ext cx="10846676" cy="6311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Scale sample size does very little for our accuracy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368792-FCD0-E8A6-D90E-DDE69B337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79" y="250145"/>
                <a:ext cx="10846676" cy="631135"/>
              </a:xfrm>
              <a:prstGeom prst="rect">
                <a:avLst/>
              </a:prstGeom>
              <a:blipFill>
                <a:blip r:embed="rId3"/>
                <a:stretch>
                  <a:fillRect l="-1461" t="-6731" b="-28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A6A3009-D27A-AAF2-7869-E919BA181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50068"/>
            <a:ext cx="6726621" cy="1404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9A20D-7CC0-7E13-F0B2-67A3531C30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212" y="881280"/>
            <a:ext cx="8555421" cy="513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7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4852-8D4D-146A-B4AF-0F64616F6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45148F-53D4-808D-AEDB-9F0337DD82EC}"/>
              </a:ext>
            </a:extLst>
          </p:cNvPr>
          <p:cNvSpPr txBox="1"/>
          <p:nvPr/>
        </p:nvSpPr>
        <p:spPr>
          <a:xfrm>
            <a:off x="588579" y="25014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dirty="0"/>
              <a:t>But if we set tag-rate to 100%: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22A9EE-D2C1-8770-204E-1B5995B35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50068"/>
            <a:ext cx="6726621" cy="1404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80FAED-2F6F-50DC-77F8-184B509F2E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297" y="824410"/>
            <a:ext cx="8644758" cy="518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5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51D4-B241-D8CE-9E0A-96AE7438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81F24D9B-2593-00D0-047D-9EEE5E13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" y="437908"/>
            <a:ext cx="11421291" cy="760412"/>
          </a:xfrm>
        </p:spPr>
        <p:txBody>
          <a:bodyPr/>
          <a:lstStyle/>
          <a:p>
            <a:r>
              <a:rPr lang="en-US" b="1" dirty="0">
                <a:solidFill>
                  <a:srgbClr val="1E718F"/>
                </a:solidFill>
                <a:latin typeface="Century Gothic" panose="020B0502020202020204" pitchFamily="34" charset="0"/>
              </a:rPr>
              <a:t>Conclusion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24B28A-C784-E5A7-13A3-46DDD70FB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" y="1112799"/>
            <a:ext cx="11811000" cy="0"/>
          </a:xfrm>
          <a:prstGeom prst="line">
            <a:avLst/>
          </a:prstGeom>
          <a:ln>
            <a:solidFill>
              <a:srgbClr val="1E71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D19C6113-8B3D-AC0C-D182-16FFA41B9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3200" dirty="0"/>
                  <a:t>If we our target metric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, then no issue!</a:t>
                </a:r>
              </a:p>
              <a:p>
                <a:pPr marL="0" indent="0">
                  <a:buNone/>
                </a:pPr>
                <a:r>
                  <a:rPr lang="en-US" sz="3200" dirty="0"/>
                  <a:t>But, if our target metric was supposed to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acc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𝑛𝑜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3200" dirty="0"/>
                  <a:t> ±15%, then we should look to incorporate 100% tagging through PBT to get more accurate estimates and increase scale sample size to ~1000 scales.</a:t>
                </a:r>
              </a:p>
            </p:txBody>
          </p:sp>
        </mc:Choice>
        <mc:Fallback>
          <p:sp>
            <p:nvSpPr>
              <p:cNvPr id="4" name="Content Placeholder 8">
                <a:extLst>
                  <a:ext uri="{FF2B5EF4-FFF2-40B4-BE49-F238E27FC236}">
                    <a16:creationId xmlns:a16="http://schemas.microsoft.com/office/drawing/2014/main" id="{D19C6113-8B3D-AC0C-D182-16FFA41B9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7" y="1405289"/>
                <a:ext cx="11515827" cy="4995508"/>
              </a:xfrm>
              <a:blipFill>
                <a:blip r:embed="rId3"/>
                <a:stretch>
                  <a:fillRect l="-1323" t="-2198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71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9624</TotalTime>
  <Words>282</Words>
  <Application>Microsoft Office PowerPoint</Application>
  <PresentationFormat>Widescreen</PresentationFormat>
  <Paragraphs>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Century Gothic</vt:lpstr>
      <vt:lpstr>Office Theme</vt:lpstr>
      <vt:lpstr>PowerPoint Presentation</vt:lpstr>
      <vt:lpstr>Sampling Questions</vt:lpstr>
      <vt:lpstr>PowerPoint Presentation</vt:lpstr>
      <vt:lpstr>The good news?</vt:lpstr>
      <vt:lpstr>The bad news?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Barros, Arthur@Wildlife</dc:creator>
  <cp:lastModifiedBy>Barros, Arthur@Wildlife</cp:lastModifiedBy>
  <cp:revision>1</cp:revision>
  <dcterms:created xsi:type="dcterms:W3CDTF">2026-03-23T19:00:10Z</dcterms:created>
  <dcterms:modified xsi:type="dcterms:W3CDTF">2026-07-31T18:00:35Z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5e96a0-ae28-4333-a0c5-db7fb08f6c69_Enabled">
    <vt:lpwstr>true</vt:lpwstr>
  </property>
  <property fmtid="{D5CDD505-2E9C-101B-9397-08002B2CF9AE}" pid="3" name="MSIP_Label_6f5e96a0-ae28-4333-a0c5-db7fb08f6c69_SetDate">
    <vt:lpwstr>2026-07-24T21:54:42Z</vt:lpwstr>
  </property>
  <property fmtid="{D5CDD505-2E9C-101B-9397-08002B2CF9AE}" pid="4" name="MSIP_Label_6f5e96a0-ae28-4333-a0c5-db7fb08f6c69_Method">
    <vt:lpwstr>Standard</vt:lpwstr>
  </property>
  <property fmtid="{D5CDD505-2E9C-101B-9397-08002B2CF9AE}" pid="5" name="MSIP_Label_6f5e96a0-ae28-4333-a0c5-db7fb08f6c69_Name">
    <vt:lpwstr>defa4170-0d19-0005-0004-bc88714345d2</vt:lpwstr>
  </property>
  <property fmtid="{D5CDD505-2E9C-101B-9397-08002B2CF9AE}" pid="6" name="MSIP_Label_6f5e96a0-ae28-4333-a0c5-db7fb08f6c69_SiteId">
    <vt:lpwstr>4b633c25-efbf-4006-9f15-07442ba7aa0b</vt:lpwstr>
  </property>
  <property fmtid="{D5CDD505-2E9C-101B-9397-08002B2CF9AE}" pid="7" name="MSIP_Label_6f5e96a0-ae28-4333-a0c5-db7fb08f6c69_ActionId">
    <vt:lpwstr>64b9cb05-7df0-4f2b-bb98-a659c6cdddea</vt:lpwstr>
  </property>
  <property fmtid="{D5CDD505-2E9C-101B-9397-08002B2CF9AE}" pid="8" name="MSIP_Label_6f5e96a0-ae28-4333-a0c5-db7fb08f6c69_ContentBits">
    <vt:lpwstr>0</vt:lpwstr>
  </property>
  <property fmtid="{D5CDD505-2E9C-101B-9397-08002B2CF9AE}" pid="9" name="MSIP_Label_6f5e96a0-ae28-4333-a0c5-db7fb08f6c69_Tag">
    <vt:lpwstr>10, 3, 0, 1</vt:lpwstr>
  </property>
</Properties>
</file>